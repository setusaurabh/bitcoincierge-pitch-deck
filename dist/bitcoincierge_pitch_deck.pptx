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or planning</a:t>
            </a:r>
            <a:endParaRPr lang="en-US" sz="5600" dirty="0"/>
          </a:p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Bitcoin startup?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</a:t>
            </a:r>
            <a:endParaRPr lang="en-US" sz="9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O N G R A T U L A T I O N S .   Y O U   C H O S E . . 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HARDEST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274320" y="192024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BOSS BATTLE.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Level: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566160" y="3749040"/>
            <a:ext cx="2011680" cy="2560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3749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500%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274320"/>
            <a:ext cx="4572000" cy="3840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06240"/>
            <a:ext cx="9144000" cy="91440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251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 for the bull. Went back during the bear.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274320"/>
            <a:ext cx="58521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for rest of 1.4 billion Indians - Bitcoin is still not a real thing!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Media is pain</a:t>
            </a:r>
            <a:endParaRPr lang="en-US" sz="3200" dirty="0"/>
          </a:p>
        </p:txBody>
      </p:sp>
      <p:pic>
        <p:nvPicPr>
          <p:cNvPr id="4" name="Image 0" descr="/Users/sov/bitcoincierge-pitch-deck 3/assets/processed/goo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1732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0175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certification and compliance</a:t>
            </a:r>
            <a:endParaRPr lang="en-US" sz="1000" dirty="0"/>
          </a:p>
        </p:txBody>
      </p:sp>
      <p:pic>
        <p:nvPicPr>
          <p:cNvPr id="7" name="Image 1" descr="/Users/sov/bitcoincierge-pitch-deck 3/assets/processed/m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41732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337560" y="30175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/ Facebook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33756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prior permission. Often denied.</a:t>
            </a:r>
            <a:endParaRPr lang="en-US" sz="1000" dirty="0"/>
          </a:p>
        </p:txBody>
      </p:sp>
      <p:pic>
        <p:nvPicPr>
          <p:cNvPr id="10" name="Image 2" descr="/Users/sov/bitcoincierge-pitch-deck 3/assets/processed/x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417320"/>
            <a:ext cx="1463040" cy="14630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172200" y="30175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 / X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17220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certification.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75488"/>
            <a:ext cx="50292" cy="100584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475488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founders are figuring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645920"/>
            <a:ext cx="27432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645920"/>
            <a:ext cx="2743200" cy="50292"/>
          </a:xfrm>
          <a:prstGeom prst="rect">
            <a:avLst/>
          </a:prstGeom>
          <a:solidFill>
            <a:srgbClr val="F265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17830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3017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B4I Community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02920" y="3383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powers  ↓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0292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Keeper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645920"/>
            <a:ext cx="27432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645920"/>
            <a:ext cx="2743200" cy="50292"/>
          </a:xfrm>
          <a:prstGeom prst="rect">
            <a:avLst/>
          </a:prstGeom>
          <a:solidFill>
            <a:srgbClr val="F2652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69080" y="1783080"/>
            <a:ext cx="1188720" cy="11887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29000" y="3017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Bharat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429000" y="3383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powers  ↓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42900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SwapSo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217920" y="1645920"/>
            <a:ext cx="27432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645920"/>
            <a:ext cx="2743200" cy="50292"/>
          </a:xfrm>
          <a:prstGeom prst="rect">
            <a:avLst/>
          </a:prstGeom>
          <a:solidFill>
            <a:srgbClr val="F2652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95160" y="1783080"/>
            <a:ext cx="1188720" cy="11887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55080" y="3017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Bitcoinwaale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355080" y="3383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powers  ↓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635508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GetBit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3" name="Text 18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75488"/>
            <a:ext cx="50292" cy="100584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475488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you jump this route!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70432" y="185623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time &amp; energy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828032" y="169164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28032" y="169164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0" name="Text 8"/>
          <p:cNvSpPr/>
          <p:nvPr/>
        </p:nvSpPr>
        <p:spPr>
          <a:xfrm>
            <a:off x="4992624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41264" y="185623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presence across cities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65176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70432" y="28163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hiring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28032" y="265176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28032" y="265176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8" name="Text 16"/>
          <p:cNvSpPr/>
          <p:nvPr/>
        </p:nvSpPr>
        <p:spPr>
          <a:xfrm>
            <a:off x="4992624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541264" y="28163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&amp; accommodation budget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82296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61188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" y="3721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170432" y="377647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attribution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Bitcoincierge</a:t>
            </a:r>
            <a:endParaRPr lang="en-US" sz="68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286000" cy="5029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IRL Event and Community Management.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Bitcoin brands. In India.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e m o s .   W o r k s h o p s .   M e e t u p s 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SofB Accelerator Pitch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02920"/>
            <a:ext cx="50292" cy="107899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8046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IRL event &amp; community management</a:t>
            </a:r>
            <a:endParaRPr lang="en-US" sz="3000" dirty="0"/>
          </a:p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a service — for Bitcoin brands.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&amp; Logistics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42032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33472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633472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Audience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26864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18304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718304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Mentors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11696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03136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803136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Reports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42977"/>
            <a:ext cx="6350508" cy="582564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30675" y="1536192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240987" y="156362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3102559" y="2672791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2096719" y="2700223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Ahmedabad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298241" y="3098902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292401" y="312633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407054" y="3595421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2401214" y="3622853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664354" y="337413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874666" y="340156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Hyderabad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114800" y="3814877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325112" y="3842309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454957" y="4298594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665269" y="432602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Chennai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21945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Cities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914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present, community active,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run activations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91440" y="3977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to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cities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FEF0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89120" cy="6400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743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📱 📱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🤖 🤖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📲 📲 📲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AI-generated content flood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3218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Crypto ad restrictions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36027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Doomscrolling &amp; fatigue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39867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Low ROAS, high burnout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0"/>
            <a:ext cx="64008" cy="514350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1" name="Text 9"/>
          <p:cNvSpPr/>
          <p:nvPr/>
        </p:nvSpPr>
        <p:spPr>
          <a:xfrm>
            <a:off x="4023360" y="23317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63440" y="2743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7772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🙌 🙌 🙌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🤝 🤝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⚡ ⚡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63440" y="27889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pendulum is swinging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 offline.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63440" y="3657600"/>
            <a:ext cx="4114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want to meet in person. They want to hold the hardware. They want to feel the experience — not scroll past another post about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75488"/>
            <a:ext cx="50292" cy="100584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475488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 is open to Bitcoin products.</a:t>
            </a:r>
            <a:endParaRPr lang="en-US" sz="2800" dirty="0"/>
          </a:p>
          <a:p>
            <a:pPr algn="l" indent="0" marL="0">
              <a:buNone/>
            </a:pPr>
            <a:r>
              <a:rPr lang="en-US" sz="2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just getting started.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64208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737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1B+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21792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Indians reachable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IRL activations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73552" y="1664208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38144" y="1737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/ 97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38144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cities and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 cities in India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89904" y="1664208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54496" y="1737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54496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products &amp;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usable in India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" y="318211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21792" y="3840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community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73552" y="3108960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438144" y="318211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/ 1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438144" y="3840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and Tier-2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we cover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9904" y="3108960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254496" y="318211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254496" y="3840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brand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75488"/>
            <a:ext cx="50292" cy="7498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475488"/>
            <a:ext cx="8046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charge brands. Not participants.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572768"/>
            <a:ext cx="868680" cy="292608"/>
          </a:xfrm>
          <a:prstGeom prst="rect">
            <a:avLst/>
          </a:prstGeom>
          <a:solidFill>
            <a:srgbClr val="D6E4EF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7276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Execution Fee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23774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₹15,000 – ₹20,000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58368" y="29535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8368" y="3337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337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booking &amp; management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0120" y="36118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/ speaker time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58368" y="3886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" y="3886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Snacks, logistics, ops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8368" y="416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120" y="41605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Post-event summary report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00600" y="1371600"/>
            <a:ext cx="4114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01768" y="1572768"/>
            <a:ext cx="868680" cy="292608"/>
          </a:xfrm>
          <a:prstGeom prst="rect">
            <a:avLst/>
          </a:prstGeom>
          <a:solidFill>
            <a:srgbClr val="FAD9C8"/>
          </a:solidFill>
          <a:ln/>
        </p:spPr>
      </p:sp>
      <p:sp>
        <p:nvSpPr>
          <p:cNvPr id="20" name="Text 18"/>
          <p:cNvSpPr/>
          <p:nvPr/>
        </p:nvSpPr>
        <p:spPr>
          <a:xfrm>
            <a:off x="5001768" y="157276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A3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001768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/ Revenue Share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01768" y="23774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0.5% – 2%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001768" y="29535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attributed sales or activations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01768" y="3337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0" y="3337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completions / deposits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01768" y="3611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03520" y="36118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wallet sales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01768" y="3886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03520" y="3886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/ custody product sign-ups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01768" y="416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03520" y="41605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Referrals through mentor network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Getbit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Bitcoin-only exchange from India. 200+ attendees across meetups powered by Bitcoincierge.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Zebpay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leading crypto exchange. Hosted meetups across Mumbai and Delhi, reaching hundreds of attendees.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Jetking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thousands through in-person meetups and online streams, spreading their Bitcoin treasury story to potential investors.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Ourpool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meetups across Bangalore, Mumbai, and Delhi. Partners and ecosystem providers onboarded to their Bitcoin Mining Academy in Goa, culminating in a paid 30+ attendee cohort.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Bitasha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Piloted first meetup, sold 5+ BitAxe through Delhi meetup and warmed attendees to visit them at Bitplebs.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Cryobrick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user activation through meetups in Goa. Onboarded senior Bitcoiners as beta testers for v1 of the app.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Bitcoincierge Pitch Deck — Week 11</dc:title>
  <dc:subject>PptxGenJS Presentation</dc:subject>
  <dc:creator>Bitcoincierge</dc:creator>
  <cp:lastModifiedBy>Bitcoincierge</cp:lastModifiedBy>
  <cp:revision>1</cp:revision>
  <dcterms:created xsi:type="dcterms:W3CDTF">2026-04-04T08:22:38Z</dcterms:created>
  <dcterms:modified xsi:type="dcterms:W3CDTF">2026-04-04T08:22:38Z</dcterms:modified>
</cp:coreProperties>
</file>